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2E3A59"/>
                </a:solidFill>
                <a:latin typeface="맑은 고딕"/>
              </a:rPr>
              <a:t>커리큘럼 | MBTI로 만나는 나와 너: 다름을 넘어 소통하기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맑은 고딕"/>
              </a:rPr>
              <a:t>리더메이커스 · 유학생 20명 대상 · 10.31 10:00~12:00 (2H) · 수원 · 이론보다 체험·소통 중심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73152" cy="123444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B8DB8"/>
                </a:solidFill>
                <a:latin typeface="맑은 고딕"/>
              </a:rPr>
              <a:t>학습목표 및 기대효과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555"/>
                </a:solidFill>
                <a:latin typeface="맑은 고딕"/>
              </a:rPr>
              <a:t>• MBTI 선호지표(E-I, S-N, T-F, J-P)를 몸으로 체험하며 나의 성향과 강점을 쉽게 이해할 수 있다.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555"/>
                </a:solidFill>
                <a:latin typeface="맑은 고딕"/>
              </a:rPr>
              <a:t>• 나와 다른 성향을 가진 친구의 생각·표현 방식을 이해하고, 언어·문화 차이로 생기는 오해를 줄일 수 있다.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555"/>
                </a:solidFill>
                <a:latin typeface="맑은 고딕"/>
              </a:rPr>
              <a:t>• 낯선 환경에서 서로를 응원하는 소통 경험으로 친밀감을 높이고, 한국 생활에 활용할 실천 팁을 얻을 수 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60604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949440"/>
                <a:gridCol w="1463040"/>
                <a:gridCol w="91440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모듈</a:t>
                      </a:r>
                    </a:p>
                  </a:txBody>
                  <a:tcPr anchor="ctr">
                    <a:solidFill>
                      <a:srgbClr val="2E3A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2E3A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anchor="ctr">
                    <a:solidFill>
                      <a:srgbClr val="2E3A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시간(2H)</a:t>
                      </a:r>
                    </a:p>
                  </a:txBody>
                  <a:tcPr anchor="ctr">
                    <a:solidFill>
                      <a:srgbClr val="2E3A5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555555"/>
                          </a:solidFill>
                          <a:latin typeface="맑은 고딕"/>
                        </a:rPr>
                        <a:t>오프닝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맑은 고딕"/>
                        </a:rPr>
                        <a:t>오프닝 - 목차 안내 - [활동] 이름표 꾸미기 &amp; 자기소개(국적·이름·요즘 나의 기분 한 단어) - 아이스 브레이킹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강의활동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0.3H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555555"/>
                          </a:solidFill>
                          <a:latin typeface="맑은 고딕"/>
                        </a:rPr>
                        <a:t>나를 만나는 MBTI 체험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맑은 고딕"/>
                        </a:rPr>
                        <a:t>MBTI 바로 알기 - [퀴즈] MBTI에 대한 흔한 오해 바로잡기(O/X, 쉬운 한국어·그림 자료 병행) - 네 가지 선호지표 이해 - [체험] 4코너 이동 활동: 에너지 방향·정보 수집·판단·생활양식에 따라 몸으로 선택하며 나의 선호 찾기 - [개별 활동] 나의 선호 카드 완성(키워드·강점)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강의퀴즈체험활동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0.8H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555555"/>
                          </a:solidFill>
                          <a:latin typeface="맑은 고딕"/>
                        </a:rPr>
                        <a:t>다름이 만드는 소통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맑은 고딕"/>
                        </a:rPr>
                        <a:t>MBTI 유형별 소통 스타일 - 선호지표 조합별(ST, SF, NF, NT) 특징 이해 - [그룹 활동] 같은 유형끼리/다른 유형끼리 미션 수행(예: 함께 여행 계획 짜기) 후 소통 방식 비교 - [그룹 활동] 한국 생활 속 오해 상황(수업·팀플·아르바이트) 유형별 대처법 나누기 - 서로 다른 소통 스타일을 인정하는 법 체화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강의그룹활동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0.7H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555555"/>
                          </a:solidFill>
                          <a:latin typeface="맑은 고딕"/>
                        </a:rPr>
                        <a:t>클로징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  <a:latin typeface="맑은 고딕"/>
                        </a:rPr>
                        <a:t>[활동] 칭찬·응원 메시지 카드 주고받기 - 나의 소통 실천 약속 한 줄 - Q&amp;A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활동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0.2H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맑은 고딕"/>
              </a:rPr>
              <a:t>※ 상기 구성은 기본 커리큘럼으로, 교육 목적 및 대상(한국어 수준, 인원)에 따른 맞춤형 변경이 가능합니다.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맑은 고딕"/>
              </a:rPr>
              <a:t>※ 준비물(재료비 1인 1만원 내외): 이름표, 선호 카드·활동지, 필기구, 응원 메시지 카드, 소정의 기념품 / 운영: 조별 4~5인 × 4조, 쉬운 한국어·시각자료 활용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B8DB8"/>
                </a:solidFill>
                <a:latin typeface="맑은 고딕"/>
              </a:rPr>
              <a:t>#MBTI #자기이해 #다문화소통 #팀워크 #정서적지지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2E3A59"/>
                </a:solidFill>
                <a:latin typeface="맑은 고딕"/>
              </a:rPr>
              <a:t>아바라연구소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